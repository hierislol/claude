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!!cursor" descr="cursor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569" y="54864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 dur="1500" advTm="4000">
    <p:morph origin="object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campaign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!!cursor" descr="cursor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906" y="27432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 dur="1200" advTm="4000">
    <p:morph origin="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campaig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!!cursor" descr="cursor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133" y="260604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 dur="1200" advTm="4000">
    <p:morph origin="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campaig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!!cursor" descr="cursor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255" y="425196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 dur="1000" advTm="3500">
    <p:morph origin="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campaig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!!cursor" descr="cursor_cl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255" y="425196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 dur="600" advTm="2500">
    <p:morph origin="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campaign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!!cursor" descr="cursor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575" y="192024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 dur="1200" advTm="4000">
    <p:morph origin="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campaign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!!cursor" descr="cursor_cl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940" y="603504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 dur="700" advTm="2500">
    <p:morph origin="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_new_c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!!cursor" descr="cursor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569" y="356616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 dur="1300" advTm="4000">
    <p:morph origin="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_new_c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!!cursor" descr="cursor_cli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569" y="356616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 dur="600" advTm="2000">
    <p:morph origin="objec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campaign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!!cursor" descr="cursor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342900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 dur="1500" advTm="3000">
    <p:morph origin="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